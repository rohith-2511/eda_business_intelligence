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6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200B1-72F3-BD96-2854-49E0B2DCE2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4F47CA-CAE4-A659-9AC9-AE02EE51A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882B4-9AC4-1F89-3D27-DCE27CEB5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2C5EB-D1B0-47FD-A863-77ED5F4B092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EB7D-F79E-C746-B39E-4F65CCED5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66327-AB34-B4E0-296E-053C7D713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73BC3-7CE8-42A8-AD07-ABDE13A74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475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19679-C3E8-0FF1-B949-2D467F370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CC99C-AF52-5850-C301-72B5BA076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1D1AD-3B9D-9C12-2398-A5BEF2D40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2C5EB-D1B0-47FD-A863-77ED5F4B092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00AC7-3721-32EF-B3ED-9D0389125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C222D-F226-4A3D-1B8E-9D48ECAD3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73BC3-7CE8-42A8-AD07-ABDE13A74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937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2AD4-1FE8-0068-188E-34D44E5A3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7B934-A4BA-DACE-EE0B-8ACB05B57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669B8-CD2D-CEB3-1BCD-47C44659D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2C5EB-D1B0-47FD-A863-77ED5F4B092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AC39E-601C-C0C9-8FCB-A2129E0FA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4911A-DF34-7379-E5AD-BE7DC0C68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73BC3-7CE8-42A8-AD07-ABDE13A74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456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E678-11C9-4B3F-4A60-0200B0EAF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1BD7B-B0AB-C94C-1FD8-FF0AE26B0D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101DA9-8377-72AE-F462-1438C123A0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63F618-D0BB-47CA-FF13-CC4F400EC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2C5EB-D1B0-47FD-A863-77ED5F4B092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2DFB0-BF03-BC3B-1F4A-BDB06B32C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1EBA0-BCBE-7B26-E6B5-9AE26F1FC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73BC3-7CE8-42A8-AD07-ABDE13A74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482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BD666-11B3-C2DF-1E18-E65AD4B69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FDF59-46FD-8332-B451-0B3B027BB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D7A7A-3D0C-B5F9-2810-F43025716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009B4-55F8-358A-3871-9C883CE507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D99F22-912F-CF9B-8120-70D77C774D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5D4A7A-AD17-1018-14DE-B4BE8B076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2C5EB-D1B0-47FD-A863-77ED5F4B092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C85B66-A60B-B256-5BF6-90DFB9725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A6641-CF1F-6841-263F-E1A27641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73BC3-7CE8-42A8-AD07-ABDE13A74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96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1FE99-2A3A-E425-7861-086356E5F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C45CF0-63DE-283C-D353-F22420A08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2C5EB-D1B0-47FD-A863-77ED5F4B092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B7C57-8F09-07FA-B8C9-4850E7180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602C8F-5A82-6DCD-2A2B-BDB39FDF3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73BC3-7CE8-42A8-AD07-ABDE13A74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964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30F6BD-9D77-8526-F6E4-3398E4865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2C5EB-D1B0-47FD-A863-77ED5F4B092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EB580-E6B4-A18B-5B29-141404AC2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86F6D-7630-49BC-4454-87C618AB6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73BC3-7CE8-42A8-AD07-ABDE13A74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797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53005-2135-F831-5843-49CBD732A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EA58F-3A46-A3CC-73BF-9236AE3D0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FD4D5-E4B1-6785-3305-AD8EBD6D0C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D0830-B5A6-977B-4BE1-79431EBC1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2C5EB-D1B0-47FD-A863-77ED5F4B092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42860-A09C-617B-28D1-3790CEDBF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E2814-05A1-70AD-A731-DD0D82D41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73BC3-7CE8-42A8-AD07-ABDE13A74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70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4F9E1-EC6A-998E-9449-22FD3D70E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43838C-91E5-A35C-825E-67EC15B6E7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98A0D-AB25-A88B-A938-8F8B0ED83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A811-0514-DE65-8DB2-8D301C205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2C5EB-D1B0-47FD-A863-77ED5F4B092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5BDDE-A0B4-083C-EFC9-5D9E0DE2C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DDF5A-7D49-C5CE-3947-54F1ABB28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73BC3-7CE8-42A8-AD07-ABDE13A74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272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23C1-AD6E-820E-1D8D-E0F60645B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16ADD1-CAEE-D5B1-80B4-68F09D564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80F4D-EFE3-62F7-81E8-37FCB257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2C5EB-D1B0-47FD-A863-77ED5F4B092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0C062-2C43-E693-EBE7-8F80C8E42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3D297-E8F9-495F-E72F-330BE83CD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73BC3-7CE8-42A8-AD07-ABDE13A74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223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FFDB31-FF1C-8144-9812-3F8616FAC6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6B9DF1-7FEB-A4B6-732C-99211CA7A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3491C-CE28-018C-3D52-3225BA17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2C5EB-D1B0-47FD-A863-77ED5F4B092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407F9-3DD5-2A2A-E577-A6109CD47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FF839-0558-F4E5-3866-5F70EA69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73BC3-7CE8-42A8-AD07-ABDE13A74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662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5B307-54EE-FC6B-4CD3-93708145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8B9CD-6B5F-6815-88E8-1D9CC5EAE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C6B13-B95E-B1C2-8C23-E370D5147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42C5EB-D1B0-47FD-A863-77ED5F4B092F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860CA-6148-4BC5-C413-5F6B25EEF7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42572-69ED-824B-8821-EA7068792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973BC3-7CE8-42A8-AD07-ABDE13A74C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610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E6152-493F-B0DC-04DA-D883A9058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Customer Analytics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E867C-C789-5D2F-EDCE-A86C1CC83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Customers : 4</a:t>
            </a:r>
          </a:p>
          <a:p>
            <a:endParaRPr lang="en-US" dirty="0"/>
          </a:p>
          <a:p>
            <a:r>
              <a:rPr lang="en-US" dirty="0"/>
              <a:t>Average Age : 24</a:t>
            </a:r>
          </a:p>
          <a:p>
            <a:endParaRPr lang="en-US" dirty="0"/>
          </a:p>
          <a:p>
            <a:r>
              <a:rPr lang="en-US" dirty="0"/>
              <a:t>Youngest Customer : 22</a:t>
            </a:r>
          </a:p>
          <a:p>
            <a:endParaRPr lang="en-US" dirty="0"/>
          </a:p>
          <a:p>
            <a:r>
              <a:rPr lang="en-US" dirty="0"/>
              <a:t>Oldest Customer : 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5047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6FD6C5-D910-DD62-9D9B-795EDEE39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914" y="1234435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188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DDFBB4-93B9-EC25-77C1-1AE691FF9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0"/>
            <a:ext cx="109952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587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Customer Analytics Dashboard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rohith goud</dc:creator>
  <cp:lastModifiedBy>rohith goud</cp:lastModifiedBy>
  <cp:revision>1</cp:revision>
  <dcterms:created xsi:type="dcterms:W3CDTF">2026-06-16T06:26:56Z</dcterms:created>
  <dcterms:modified xsi:type="dcterms:W3CDTF">2026-06-16T06:27:48Z</dcterms:modified>
</cp:coreProperties>
</file>